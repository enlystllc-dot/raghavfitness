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6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raghavfitness.vercel.app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raghavfitness.vercel.app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7" y="419572"/>
            <a:ext cx="512460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73"/>
                </a:solidFill>
                <a:latin typeface="Aptos Display"/>
              </a:rPr>
              <a:t>THE WEEKLY PHYSIQUE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2344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111111"/>
                </a:solidFill>
                <a:latin typeface="Aptos Display"/>
              </a:rPr>
              <a:t>Build → Reveal</a:t>
            </a:r>
            <a:br/>
            <a:r>
              <a:rPr sz="4200" b="1">
                <a:solidFill>
                  <a:srgbClr val="111111"/>
                </a:solidFill>
                <a:latin typeface="Aptos Display"/>
              </a:rPr>
              <a:t>→ Refine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3246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E6E73"/>
                </a:solidFill>
                <a:latin typeface="Aptos Display"/>
              </a:rPr>
              <a:t>Stop guessing what your physique needs.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5440680"/>
            <a:ext cx="10954512" cy="9144"/>
          </a:xfrm>
          <a:prstGeom prst="rect">
            <a:avLst/>
          </a:prstGeom>
          <a:solidFill>
            <a:srgbClr val="D9D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5806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Aptos Display"/>
              </a:rPr>
              <a:t>A weekly system for natural physique development.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E6E73"/>
                </a:solidFill>
                <a:latin typeface="Aptos Display"/>
              </a:rPr>
              <a:t>01</a:t>
            </a:r>
          </a:p>
        </p:txBody>
      </p:sp>
      <p:sp>
        <p:nvSpPr>
          <p:cNvPr id="9" name="Rounded Rectangle 7">
            <a:hlinkClick r:id="rId2"/>
            <a:extLst>
              <a:ext uri="{FF2B5EF4-FFF2-40B4-BE49-F238E27FC236}">
                <a16:creationId xmlns:a16="http://schemas.microsoft.com/office/drawing/2014/main" id="{9BC1A959-52FF-B88C-E485-5051E098F6FF}"/>
              </a:ext>
            </a:extLst>
          </p:cNvPr>
          <p:cNvSpPr/>
          <p:nvPr/>
        </p:nvSpPr>
        <p:spPr>
          <a:xfrm>
            <a:off x="614629" y="400050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ptos Display"/>
              </a:rPr>
              <a:t>SCHEDULE A CALL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411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73"/>
                </a:solidFill>
                <a:latin typeface="Aptos Display"/>
              </a:rPr>
              <a:t>HOW TO USE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 Display"/>
              </a:rPr>
              <a:t>Review your progress once a week.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00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Aptos Display"/>
              </a:rPr>
              <a:t>Track what happened. Identify the bottleneck. Then decide what to focus on next.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743200"/>
            <a:ext cx="2542032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400" b="1">
                <a:solidFill>
                  <a:srgbClr val="111111"/>
                </a:solidFill>
                <a:latin typeface="Aptos Display"/>
              </a:rPr>
              <a:t>01  MEASURE</a:t>
            </a:r>
            <a:br/>
            <a:br/>
            <a:r>
              <a:rPr sz="1400" b="1">
                <a:solidFill>
                  <a:srgbClr val="111111"/>
                </a:solidFill>
                <a:latin typeface="Aptos Display"/>
              </a:rPr>
              <a:t>What actually happened?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01568" y="2743200"/>
            <a:ext cx="2542032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400" b="1">
                <a:solidFill>
                  <a:srgbClr val="111111"/>
                </a:solidFill>
                <a:latin typeface="Aptos Display"/>
              </a:rPr>
              <a:t>02  REVIEW</a:t>
            </a:r>
            <a:br/>
            <a:br/>
            <a:r>
              <a:rPr sz="1400" b="1">
                <a:solidFill>
                  <a:srgbClr val="111111"/>
                </a:solidFill>
                <a:latin typeface="Aptos Display"/>
              </a:rPr>
              <a:t>What is the trend?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2743200"/>
            <a:ext cx="2542032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400" b="1">
                <a:solidFill>
                  <a:srgbClr val="111111"/>
                </a:solidFill>
                <a:latin typeface="Aptos Display"/>
              </a:rPr>
              <a:t>03  DECIDE</a:t>
            </a:r>
            <a:br/>
            <a:br/>
            <a:r>
              <a:rPr sz="1400" b="1">
                <a:solidFill>
                  <a:srgbClr val="111111"/>
                </a:solidFill>
                <a:latin typeface="Aptos Display"/>
              </a:rPr>
              <a:t>What is holding you back?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79407" y="2743200"/>
            <a:ext cx="2542032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400" b="1">
                <a:solidFill>
                  <a:srgbClr val="111111"/>
                </a:solidFill>
                <a:latin typeface="Aptos Display"/>
              </a:rPr>
              <a:t>04  REPEAT</a:t>
            </a:r>
            <a:br/>
            <a:br/>
            <a:r>
              <a:rPr sz="1400" b="1">
                <a:solidFill>
                  <a:srgbClr val="111111"/>
                </a:solidFill>
                <a:latin typeface="Aptos Display"/>
              </a:rPr>
              <a:t>Execute for another week.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E6E73"/>
                </a:solidFill>
                <a:latin typeface="Aptos Display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411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73"/>
                </a:solidFill>
                <a:latin typeface="Aptos Display"/>
              </a:rPr>
              <a:t>FIRST, KNOW YOUR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 Display"/>
              </a:rPr>
              <a:t>What does your physique need right now?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2743200"/>
            <a:ext cx="34747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400" b="1">
                <a:solidFill>
                  <a:srgbClr val="111111"/>
                </a:solidFill>
                <a:latin typeface="Aptos Display"/>
              </a:rPr>
              <a:t>BUILD</a:t>
            </a:r>
            <a:br/>
            <a:br/>
            <a:r>
              <a:rPr sz="1400" b="1">
                <a:solidFill>
                  <a:srgbClr val="111111"/>
                </a:solidFill>
                <a:latin typeface="Aptos Display"/>
              </a:rPr>
              <a:t>You need more muscular development.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61688" y="2743200"/>
            <a:ext cx="34747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400" b="1">
                <a:solidFill>
                  <a:srgbClr val="111111"/>
                </a:solidFill>
                <a:latin typeface="Aptos Display"/>
              </a:rPr>
              <a:t>REVEAL</a:t>
            </a:r>
            <a:br/>
            <a:br/>
            <a:r>
              <a:rPr sz="1400" b="1">
                <a:solidFill>
                  <a:srgbClr val="111111"/>
                </a:solidFill>
                <a:latin typeface="Aptos Display"/>
              </a:rPr>
              <a:t>You have built a base, but body composition is limiting visibility.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0727" y="2743200"/>
            <a:ext cx="34747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400" b="1">
                <a:solidFill>
                  <a:srgbClr val="111111"/>
                </a:solidFill>
                <a:latin typeface="Aptos Display"/>
              </a:rPr>
              <a:t>REFINE</a:t>
            </a:r>
            <a:br/>
            <a:br/>
            <a:r>
              <a:rPr sz="1400" b="1">
                <a:solidFill>
                  <a:srgbClr val="111111"/>
                </a:solidFill>
                <a:latin typeface="Aptos Display"/>
              </a:rPr>
              <a:t>You have a reasonable base and need to improve the biggest limiting factor.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5212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73"/>
                </a:solidFill>
                <a:latin typeface="Aptos Display"/>
              </a:rPr>
              <a:t>MY CURRENT PHASE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5623560"/>
            <a:ext cx="1371600" cy="384048"/>
          </a:xfrm>
          <a:prstGeom prst="roundRect">
            <a:avLst>
              <a:gd name="adj" fmla="val 8000"/>
            </a:avLst>
          </a:prstGeom>
          <a:solidFill>
            <a:srgbClr val="EFEFEC"/>
          </a:solidFill>
          <a:ln>
            <a:solidFill>
              <a:srgbClr val="EFE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000" b="1">
                <a:solidFill>
                  <a:srgbClr val="111111"/>
                </a:solidFill>
                <a:latin typeface="Aptos Display"/>
              </a:rPr>
              <a:t>BUILD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67128" y="5623560"/>
            <a:ext cx="1371600" cy="384048"/>
          </a:xfrm>
          <a:prstGeom prst="roundRect">
            <a:avLst>
              <a:gd name="adj" fmla="val 8000"/>
            </a:avLst>
          </a:prstGeom>
          <a:solidFill>
            <a:srgbClr val="EFEFEC"/>
          </a:solidFill>
          <a:ln>
            <a:solidFill>
              <a:srgbClr val="EFE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000" b="1">
                <a:solidFill>
                  <a:srgbClr val="111111"/>
                </a:solidFill>
                <a:latin typeface="Aptos Display"/>
              </a:rPr>
              <a:t>REVEAL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21608" y="5623560"/>
            <a:ext cx="1371600" cy="384048"/>
          </a:xfrm>
          <a:prstGeom prst="roundRect">
            <a:avLst>
              <a:gd name="adj" fmla="val 8000"/>
            </a:avLst>
          </a:prstGeom>
          <a:solidFill>
            <a:srgbClr val="EFEFEC"/>
          </a:solidFill>
          <a:ln>
            <a:solidFill>
              <a:srgbClr val="EFE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000" b="1">
                <a:solidFill>
                  <a:srgbClr val="111111"/>
                </a:solidFill>
                <a:latin typeface="Aptos Display"/>
              </a:rPr>
              <a:t>REFINE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E6E73"/>
                </a:solidFill>
                <a:latin typeface="Aptos Display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411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73"/>
                </a:solidFill>
                <a:latin typeface="Aptos Display"/>
              </a:rPr>
              <a:t>01 —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 Display"/>
              </a:rPr>
              <a:t>Did I train?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274320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200" b="1">
                <a:solidFill>
                  <a:srgbClr val="111111"/>
                </a:solidFill>
                <a:latin typeface="Aptos Display"/>
              </a:rPr>
              <a:t>PLANNED SESSIONS</a:t>
            </a:r>
            <a:br/>
            <a:br/>
            <a:r>
              <a:rPr sz="1200" b="1">
                <a:solidFill>
                  <a:srgbClr val="111111"/>
                </a:solidFill>
                <a:latin typeface="Aptos Display"/>
              </a:rPr>
              <a:t>____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61688" y="274320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200" b="1">
                <a:solidFill>
                  <a:srgbClr val="111111"/>
                </a:solidFill>
                <a:latin typeface="Aptos Display"/>
              </a:rPr>
              <a:t>COMPLETED SESSIONS</a:t>
            </a:r>
            <a:br/>
            <a:br/>
            <a:r>
              <a:rPr sz="1200" b="1">
                <a:solidFill>
                  <a:srgbClr val="111111"/>
                </a:solidFill>
                <a:latin typeface="Aptos Display"/>
              </a:rPr>
              <a:t>____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0727" y="274320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200" b="1">
                <a:solidFill>
                  <a:srgbClr val="111111"/>
                </a:solidFill>
                <a:latin typeface="Aptos Display"/>
              </a:rPr>
              <a:t>COMPLETION RATE</a:t>
            </a:r>
            <a:br/>
            <a:br/>
            <a:r>
              <a:rPr sz="1200" b="1">
                <a:solidFill>
                  <a:srgbClr val="111111"/>
                </a:solidFill>
                <a:latin typeface="Aptos Display"/>
              </a:rPr>
              <a:t>____ 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4617720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100" b="1">
                <a:solidFill>
                  <a:srgbClr val="111111"/>
                </a:solidFill>
                <a:latin typeface="Aptos Display"/>
              </a:rPr>
              <a:t>IMPORTANT LIFTS / EXERCISES COMPLETED</a:t>
            </a:r>
            <a:br/>
            <a:r>
              <a:rPr sz="1100" b="1">
                <a:solidFill>
                  <a:srgbClr val="111111"/>
                </a:solidFill>
                <a:latin typeface="Aptos Display"/>
              </a:rPr>
              <a:t>YES   /   MOSTLY   /   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4617720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100" b="1">
                <a:solidFill>
                  <a:srgbClr val="111111"/>
                </a:solidFill>
                <a:latin typeface="Aptos Display"/>
              </a:rPr>
              <a:t>WHAT STOPPED ME FROM COMPLETING THE PLAN?</a:t>
            </a:r>
            <a:br/>
            <a:r>
              <a:rPr sz="1100" b="1">
                <a:solidFill>
                  <a:srgbClr val="111111"/>
                </a:solidFill>
                <a:latin typeface="Aptos Display"/>
              </a:rPr>
              <a:t>________________________________________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E6E73"/>
                </a:solidFill>
                <a:latin typeface="Aptos Display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411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73"/>
                </a:solidFill>
                <a:latin typeface="Aptos Display"/>
              </a:rPr>
              <a:t>02 —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 Display"/>
              </a:rPr>
              <a:t>Am I progressing?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2468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E6E73"/>
                </a:solidFill>
                <a:latin typeface="Aptos Display"/>
              </a:rPr>
              <a:t>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24688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E6E73"/>
                </a:solidFill>
                <a:latin typeface="Aptos Display"/>
              </a:rPr>
              <a:t>LAST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4688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E6E73"/>
                </a:solidFill>
                <a:latin typeface="Aptos Display"/>
              </a:rPr>
              <a:t>THIS WEEK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3227832"/>
            <a:ext cx="10085832" cy="9144"/>
          </a:xfrm>
          <a:prstGeom prst="rect">
            <a:avLst/>
          </a:prstGeom>
          <a:solidFill>
            <a:srgbClr val="D9D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2880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Aptos Display"/>
              </a:rPr>
              <a:t>__________________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8803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Aptos Display"/>
              </a:rPr>
              <a:t>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8803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Aptos Display"/>
              </a:rPr>
              <a:t>________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" y="3776472"/>
            <a:ext cx="10085832" cy="9144"/>
          </a:xfrm>
          <a:prstGeom prst="rect">
            <a:avLst/>
          </a:prstGeom>
          <a:solidFill>
            <a:srgbClr val="D9D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" y="34290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Aptos Display"/>
              </a:rPr>
              <a:t>__________________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4290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Aptos Display"/>
              </a:rPr>
              <a:t>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4290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Aptos Display"/>
              </a:rPr>
              <a:t>________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" y="4325112"/>
            <a:ext cx="10085832" cy="9144"/>
          </a:xfrm>
          <a:prstGeom prst="rect">
            <a:avLst/>
          </a:prstGeom>
          <a:solidFill>
            <a:srgbClr val="D9D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Aptos Display"/>
              </a:rPr>
              <a:t>__________________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97763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Aptos Display"/>
              </a:rPr>
              <a:t>________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97763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Aptos Display"/>
              </a:rPr>
              <a:t>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" y="4873751"/>
            <a:ext cx="10085832" cy="9144"/>
          </a:xfrm>
          <a:prstGeom prst="rect">
            <a:avLst/>
          </a:prstGeom>
          <a:solidFill>
            <a:srgbClr val="D9D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" y="452627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Aptos Display"/>
              </a:rPr>
              <a:t>__________________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52627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Aptos Display"/>
              </a:rPr>
              <a:t>________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52627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Aptos Display"/>
              </a:rPr>
              <a:t>________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56235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E6E73"/>
                </a:solidFill>
                <a:latin typeface="Aptos Display"/>
              </a:rPr>
              <a:t>OVERALL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" y="5943600"/>
            <a:ext cx="1737360" cy="384048"/>
          </a:xfrm>
          <a:prstGeom prst="roundRect">
            <a:avLst>
              <a:gd name="adj" fmla="val 8000"/>
            </a:avLst>
          </a:prstGeom>
          <a:solidFill>
            <a:srgbClr val="EFEFEC"/>
          </a:solidFill>
          <a:ln>
            <a:solidFill>
              <a:srgbClr val="EFE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000" b="1">
                <a:solidFill>
                  <a:srgbClr val="111111"/>
                </a:solidFill>
                <a:latin typeface="Aptos Display"/>
              </a:rPr>
              <a:t>↑ IMPROVED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32888" y="5943600"/>
            <a:ext cx="1737360" cy="384048"/>
          </a:xfrm>
          <a:prstGeom prst="roundRect">
            <a:avLst>
              <a:gd name="adj" fmla="val 8000"/>
            </a:avLst>
          </a:prstGeom>
          <a:solidFill>
            <a:srgbClr val="EFEFEC"/>
          </a:solidFill>
          <a:ln>
            <a:solidFill>
              <a:srgbClr val="EFE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000" b="1">
                <a:solidFill>
                  <a:srgbClr val="111111"/>
                </a:solidFill>
                <a:latin typeface="Aptos Display"/>
              </a:rPr>
              <a:t>→ STABLE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53128" y="5943600"/>
            <a:ext cx="1737360" cy="384048"/>
          </a:xfrm>
          <a:prstGeom prst="roundRect">
            <a:avLst>
              <a:gd name="adj" fmla="val 8000"/>
            </a:avLst>
          </a:prstGeom>
          <a:solidFill>
            <a:srgbClr val="EFEFEC"/>
          </a:solidFill>
          <a:ln>
            <a:solidFill>
              <a:srgbClr val="EFE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000" b="1">
                <a:solidFill>
                  <a:srgbClr val="111111"/>
                </a:solidFill>
                <a:latin typeface="Aptos Display"/>
              </a:rPr>
              <a:t>↓ REGRESSED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E6E73"/>
                </a:solidFill>
                <a:latin typeface="Aptos Display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411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73"/>
                </a:solidFill>
                <a:latin typeface="Aptos Display"/>
              </a:rPr>
              <a:t>03 — NUTRITION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 Display"/>
              </a:rPr>
              <a:t>Did I follow my plan?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274320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100" b="1">
                <a:solidFill>
                  <a:srgbClr val="111111"/>
                </a:solidFill>
                <a:latin typeface="Aptos Display"/>
              </a:rPr>
              <a:t>DAYS I FOLLOWED MY PLAN</a:t>
            </a:r>
            <a:br/>
            <a:br/>
            <a:r>
              <a:rPr sz="1100" b="1">
                <a:solidFill>
                  <a:srgbClr val="111111"/>
                </a:solidFill>
                <a:latin typeface="Aptos Display"/>
              </a:rPr>
              <a:t>____ /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61688" y="274320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100" b="1">
                <a:solidFill>
                  <a:srgbClr val="111111"/>
                </a:solidFill>
                <a:latin typeface="Aptos Display"/>
              </a:rPr>
              <a:t>PROTEIN TARGET</a:t>
            </a:r>
            <a:br/>
            <a:br/>
            <a:r>
              <a:rPr sz="1100" b="1">
                <a:solidFill>
                  <a:srgbClr val="111111"/>
                </a:solidFill>
                <a:latin typeface="Aptos Display"/>
              </a:rPr>
              <a:t>YES / MOSTLY / 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0727" y="274320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100" b="1">
                <a:solidFill>
                  <a:srgbClr val="111111"/>
                </a:solidFill>
                <a:latin typeface="Aptos Display"/>
              </a:rPr>
              <a:t>WEEKLY BODYWEIGHT TREND</a:t>
            </a:r>
            <a:br/>
            <a:br/>
            <a:r>
              <a:rPr sz="1100" b="1">
                <a:solidFill>
                  <a:srgbClr val="111111"/>
                </a:solidFill>
                <a:latin typeface="Aptos Display"/>
              </a:rPr>
              <a:t>UP / STABLE /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892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E6E73"/>
                </a:solidFill>
                <a:latin typeface="Aptos Display"/>
              </a:rPr>
              <a:t>HOW CONSISTENT WAS 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530352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FEFEC"/>
          </a:solidFill>
          <a:ln>
            <a:solidFill>
              <a:srgbClr val="EFE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111111"/>
                </a:solidFill>
                <a:latin typeface="Aptos Display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98448" y="530352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FEFEC"/>
          </a:solidFill>
          <a:ln>
            <a:solidFill>
              <a:srgbClr val="EFE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111111"/>
                </a:solidFill>
                <a:latin typeface="Aptos Display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84248" y="530352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FEFEC"/>
          </a:solidFill>
          <a:ln>
            <a:solidFill>
              <a:srgbClr val="EFE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111111"/>
                </a:solidFill>
                <a:latin typeface="Aptos Display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70048" y="530352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FEFEC"/>
          </a:solidFill>
          <a:ln>
            <a:solidFill>
              <a:srgbClr val="EFE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111111"/>
                </a:solidFill>
                <a:latin typeface="Aptos Display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530352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FEFEC"/>
          </a:solidFill>
          <a:ln>
            <a:solidFill>
              <a:srgbClr val="EFE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111111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E6E73"/>
                </a:solidFill>
                <a:latin typeface="Aptos Display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411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73"/>
                </a:solidFill>
                <a:latin typeface="Aptos Display"/>
              </a:rPr>
              <a:t>04 — BODY 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 Display"/>
              </a:rPr>
              <a:t>Is my body moving in the right direction?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E6E73"/>
                </a:solidFill>
                <a:latin typeface="Aptos Display"/>
              </a:rPr>
              <a:t>DON'T JUDGE ONE DAY. LOOK AT THE TREND.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92608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000" b="1">
                <a:solidFill>
                  <a:srgbClr val="111111"/>
                </a:solidFill>
                <a:latin typeface="Aptos Display"/>
              </a:rPr>
              <a:t>BODYWEIGHT TREND</a:t>
            </a:r>
            <a:br/>
            <a:br/>
            <a:r>
              <a:rPr sz="1000" b="1">
                <a:solidFill>
                  <a:srgbClr val="111111"/>
                </a:solidFill>
                <a:latin typeface="Aptos Display"/>
              </a:rPr>
              <a:t>________________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1688" y="292608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000" b="1">
                <a:solidFill>
                  <a:srgbClr val="111111"/>
                </a:solidFill>
                <a:latin typeface="Aptos Display"/>
              </a:rPr>
              <a:t>PHOTOS VS PREVIOUS WEEKS</a:t>
            </a:r>
            <a:br/>
            <a:br/>
            <a:r>
              <a:rPr sz="1000" b="1">
                <a:solidFill>
                  <a:srgbClr val="111111"/>
                </a:solidFill>
                <a:latin typeface="Aptos Display"/>
              </a:rPr>
              <a:t>BETTER / SIMILAR / WORSE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0727" y="292608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000" b="1">
                <a:solidFill>
                  <a:srgbClr val="111111"/>
                </a:solidFill>
                <a:latin typeface="Aptos Display"/>
              </a:rPr>
              <a:t>MEASUREMENTS, IF TRACKED</a:t>
            </a:r>
            <a:br/>
            <a:br/>
            <a:r>
              <a:rPr sz="1000" b="1">
                <a:solidFill>
                  <a:srgbClr val="111111"/>
                </a:solidFill>
                <a:latin typeface="Aptos Display"/>
              </a:rPr>
              <a:t>________________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49834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E6E73"/>
                </a:solidFill>
                <a:latin typeface="Aptos Display"/>
              </a:rPr>
              <a:t>WHAT DOES THE TREND SUGGEST?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5394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Aptos Display"/>
              </a:rPr>
              <a:t>______________________________________________________________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E6E73"/>
                </a:solidFill>
                <a:latin typeface="Aptos Display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411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73"/>
                </a:solidFill>
                <a:latin typeface="Aptos Display"/>
              </a:rPr>
              <a:t>05 —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 Display"/>
              </a:rPr>
              <a:t>Can my body recover?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2743200"/>
            <a:ext cx="2542032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000" b="1">
                <a:solidFill>
                  <a:srgbClr val="111111"/>
                </a:solidFill>
                <a:latin typeface="Aptos Display"/>
              </a:rPr>
              <a:t>AVERAGE SLEEP</a:t>
            </a:r>
            <a:br/>
            <a:br/>
            <a:r>
              <a:rPr sz="1000" b="1">
                <a:solidFill>
                  <a:srgbClr val="111111"/>
                </a:solidFill>
                <a:latin typeface="Aptos Display"/>
              </a:rPr>
              <a:t>____ hours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01568" y="2743200"/>
            <a:ext cx="2542032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000" b="1">
                <a:solidFill>
                  <a:srgbClr val="111111"/>
                </a:solidFill>
                <a:latin typeface="Aptos Display"/>
              </a:rPr>
              <a:t>ENERGY</a:t>
            </a:r>
            <a:br/>
            <a:br/>
            <a:r>
              <a:rPr sz="1000" b="1">
                <a:solidFill>
                  <a:srgbClr val="111111"/>
                </a:solidFill>
                <a:latin typeface="Aptos Display"/>
              </a:rPr>
              <a:t>1  2  3  4  5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0488" y="2743200"/>
            <a:ext cx="2542032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000" b="1">
                <a:solidFill>
                  <a:srgbClr val="111111"/>
                </a:solidFill>
                <a:latin typeface="Aptos Display"/>
              </a:rPr>
              <a:t>STRESS</a:t>
            </a:r>
            <a:br/>
            <a:br/>
            <a:r>
              <a:rPr sz="1000" b="1">
                <a:solidFill>
                  <a:srgbClr val="111111"/>
                </a:solidFill>
                <a:latin typeface="Aptos Display"/>
              </a:rPr>
              <a:t>1  2  3  4  5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79407" y="2743200"/>
            <a:ext cx="2542032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000" b="1">
                <a:solidFill>
                  <a:srgbClr val="111111"/>
                </a:solidFill>
                <a:latin typeface="Aptos Display"/>
              </a:rPr>
              <a:t>TRAINING FEELING</a:t>
            </a:r>
            <a:br/>
            <a:br/>
            <a:r>
              <a:rPr sz="1000" b="1">
                <a:solidFill>
                  <a:srgbClr val="111111"/>
                </a:solidFill>
                <a:latin typeface="Aptos Display"/>
              </a:rPr>
              <a:t>GREAT / GOOD / AVERAGE / POOR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47091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E6E73"/>
                </a:solidFill>
                <a:latin typeface="Aptos Display"/>
              </a:rPr>
              <a:t>IS RECOVERY CURRENTLY LIMITING MY PROGRESS?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5166360"/>
            <a:ext cx="1371600" cy="384048"/>
          </a:xfrm>
          <a:prstGeom prst="roundRect">
            <a:avLst>
              <a:gd name="adj" fmla="val 8000"/>
            </a:avLst>
          </a:prstGeom>
          <a:solidFill>
            <a:srgbClr val="EFEFEC"/>
          </a:solidFill>
          <a:ln>
            <a:solidFill>
              <a:srgbClr val="EFE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000" b="1">
                <a:solidFill>
                  <a:srgbClr val="111111"/>
                </a:solidFill>
                <a:latin typeface="Aptos Display"/>
              </a:rPr>
              <a:t>YES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67128" y="5166360"/>
            <a:ext cx="1371600" cy="384048"/>
          </a:xfrm>
          <a:prstGeom prst="roundRect">
            <a:avLst>
              <a:gd name="adj" fmla="val 8000"/>
            </a:avLst>
          </a:prstGeom>
          <a:solidFill>
            <a:srgbClr val="EFEFEC"/>
          </a:solidFill>
          <a:ln>
            <a:solidFill>
              <a:srgbClr val="EFE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000" b="1">
                <a:solidFill>
                  <a:srgbClr val="111111"/>
                </a:solidFill>
                <a:latin typeface="Aptos Display"/>
              </a:rPr>
              <a:t>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21608" y="5166360"/>
            <a:ext cx="1371600" cy="384048"/>
          </a:xfrm>
          <a:prstGeom prst="roundRect">
            <a:avLst>
              <a:gd name="adj" fmla="val 8000"/>
            </a:avLst>
          </a:prstGeom>
          <a:solidFill>
            <a:srgbClr val="EFEFEC"/>
          </a:solidFill>
          <a:ln>
            <a:solidFill>
              <a:srgbClr val="EFE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000" b="1">
                <a:solidFill>
                  <a:srgbClr val="111111"/>
                </a:solidFill>
                <a:latin typeface="Aptos Display"/>
              </a:rPr>
              <a:t>NOT 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E6E73"/>
                </a:solidFill>
                <a:latin typeface="Aptos Display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411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73"/>
                </a:solidFill>
                <a:latin typeface="Aptos Display"/>
              </a:rPr>
              <a:t>06 — FIND THE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 Display"/>
              </a:rPr>
              <a:t>What is holding me back?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2331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Aptos Display"/>
              </a:rPr>
              <a:t>□   I need more muscle.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83463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Aptos Display"/>
              </a:rPr>
              <a:t>□   I need to improve body composition.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3375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Aptos Display"/>
              </a:rPr>
              <a:t>□   A specific body part or proportion is holding me 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3840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Aptos Display"/>
              </a:rPr>
              <a:t>□   My training consistency is the problem.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4343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Aptos Display"/>
              </a:rPr>
              <a:t>□   My nutrition consistency is the problem.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4846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Aptos Display"/>
              </a:rPr>
              <a:t>□   My recovery is the problem.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349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Aptos Display"/>
              </a:rPr>
              <a:t>□   I don't know.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E6E73"/>
                </a:solidFill>
                <a:latin typeface="Aptos Display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411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73"/>
                </a:solidFill>
                <a:latin typeface="Aptos Display"/>
              </a:rPr>
              <a:t>IF YOU CHOSE: REVEAL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 Display"/>
              </a:rPr>
              <a:t>Reveal what you have built.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111"/>
                </a:solidFill>
                <a:latin typeface="Aptos Display"/>
              </a:rPr>
              <a:t>—  Have I built enough of a muscular base for my current goal?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3154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111"/>
                </a:solidFill>
                <a:latin typeface="Aptos Display"/>
              </a:rPr>
              <a:t>—  Is body composition limiting how much of my physique is visible?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111"/>
                </a:solidFill>
                <a:latin typeface="Aptos Display"/>
              </a:rPr>
              <a:t>—  Is my nutrition plan consistent?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526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111"/>
                </a:solidFill>
                <a:latin typeface="Aptos Display"/>
              </a:rPr>
              <a:t>—  Am I looking at trends instead of one-day changes?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5486400"/>
            <a:ext cx="10954512" cy="9144"/>
          </a:xfrm>
          <a:prstGeom prst="rect">
            <a:avLst/>
          </a:prstGeom>
          <a:solidFill>
            <a:srgbClr val="D9D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57150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E6E73"/>
                </a:solidFill>
                <a:latin typeface="Aptos Display"/>
              </a:rPr>
              <a:t>MY BIGGEST FOCUS NEXT 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080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111"/>
                </a:solidFill>
                <a:latin typeface="Aptos Display"/>
              </a:rPr>
              <a:t>_______________________________________________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E6E73"/>
                </a:solidFill>
                <a:latin typeface="Aptos Display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411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73"/>
                </a:solidFill>
                <a:latin typeface="Aptos Display"/>
              </a:rPr>
              <a:t>IF YOU CHOSE: REFINE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 Display"/>
              </a:rPr>
              <a:t>Improve what is specifically holding your physique back.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2468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E6E73"/>
                </a:solidFill>
                <a:latin typeface="Aptos Display"/>
              </a:rPr>
              <a:t>WHAT IS LIMITING THE OVERALL PHYSIQUE?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971800"/>
            <a:ext cx="2834640" cy="411480"/>
          </a:xfrm>
          <a:prstGeom prst="roundRect">
            <a:avLst>
              <a:gd name="adj" fmla="val 8000"/>
            </a:avLst>
          </a:prstGeom>
          <a:solidFill>
            <a:srgbClr val="EFEFEC"/>
          </a:solidFill>
          <a:ln>
            <a:solidFill>
              <a:srgbClr val="EFE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900" b="1">
                <a:solidFill>
                  <a:srgbClr val="111111"/>
                </a:solidFill>
                <a:latin typeface="Aptos Display"/>
              </a:rPr>
              <a:t>MUSCULAR DEVELOPMENT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75888" y="2971800"/>
            <a:ext cx="2834640" cy="411480"/>
          </a:xfrm>
          <a:prstGeom prst="roundRect">
            <a:avLst>
              <a:gd name="adj" fmla="val 8000"/>
            </a:avLst>
          </a:prstGeom>
          <a:solidFill>
            <a:srgbClr val="EFEFEC"/>
          </a:solidFill>
          <a:ln>
            <a:solidFill>
              <a:srgbClr val="EFE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900" b="1">
                <a:solidFill>
                  <a:srgbClr val="111111"/>
                </a:solidFill>
                <a:latin typeface="Aptos Display"/>
              </a:rPr>
              <a:t>BODY COMPOSITION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39128" y="2971800"/>
            <a:ext cx="2834640" cy="411480"/>
          </a:xfrm>
          <a:prstGeom prst="roundRect">
            <a:avLst>
              <a:gd name="adj" fmla="val 8000"/>
            </a:avLst>
          </a:prstGeom>
          <a:solidFill>
            <a:srgbClr val="EFEFEC"/>
          </a:solidFill>
          <a:ln>
            <a:solidFill>
              <a:srgbClr val="EFE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900" b="1">
                <a:solidFill>
                  <a:srgbClr val="111111"/>
                </a:solidFill>
                <a:latin typeface="Aptos Display"/>
              </a:rPr>
              <a:t>PROPORTION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397763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 Display"/>
              </a:rPr>
              <a:t>DON'T TRY TO FIX EVERYTHING.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4526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E6E73"/>
                </a:solidFill>
                <a:latin typeface="Aptos Display"/>
              </a:rPr>
              <a:t>Choose the biggest limitation.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3035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E6E73"/>
                </a:solidFill>
                <a:latin typeface="Aptos Display"/>
              </a:rPr>
              <a:t>MY BIGGEST LIMITING FACTOR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5715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111"/>
                </a:solidFill>
                <a:latin typeface="Aptos Display"/>
              </a:rPr>
              <a:t>_______________________________________________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E6E73"/>
                </a:solidFill>
                <a:latin typeface="Aptos Display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411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73"/>
                </a:solidFill>
                <a:latin typeface="Aptos Display"/>
              </a:rPr>
              <a:t>THE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 Display"/>
              </a:rPr>
              <a:t>DON'T CHANGE EVERYTHING.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2286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11111"/>
                </a:solidFill>
                <a:latin typeface="Aptos Display"/>
              </a:rPr>
              <a:t>Measure.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11111"/>
                </a:solidFill>
                <a:latin typeface="Aptos Display"/>
              </a:rPr>
              <a:t>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11111"/>
                </a:solidFill>
                <a:latin typeface="Aptos Display"/>
              </a:rPr>
              <a:t>Find the bottleneck.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480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11111"/>
                </a:solidFill>
                <a:latin typeface="Aptos Display"/>
              </a:rPr>
              <a:t>Make one decision.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E6E73"/>
                </a:solidFill>
                <a:latin typeface="Aptos Display"/>
              </a:rPr>
              <a:t>Then execute.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E6E73"/>
                </a:solidFill>
                <a:latin typeface="Aptos Display"/>
              </a:rPr>
              <a:t>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411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73"/>
                </a:solidFill>
                <a:latin typeface="Aptos Display"/>
              </a:rPr>
              <a:t>THE COMPLETE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 Display"/>
              </a:rPr>
              <a:t>One framework. Repeated over 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292608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200" b="1">
                <a:solidFill>
                  <a:srgbClr val="111111"/>
                </a:solidFill>
                <a:latin typeface="Aptos Display"/>
              </a:rPr>
              <a:t>BUILD</a:t>
            </a:r>
            <a:br/>
            <a:br/>
            <a:r>
              <a:rPr sz="1200" b="1">
                <a:solidFill>
                  <a:srgbClr val="111111"/>
                </a:solidFill>
                <a:latin typeface="Aptos Display"/>
              </a:rPr>
              <a:t>Create muscular development.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97479" y="36118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E6E73"/>
                </a:solidFill>
                <a:latin typeface="Aptos Display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98648" y="292608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200" b="1">
                <a:solidFill>
                  <a:srgbClr val="111111"/>
                </a:solidFill>
                <a:latin typeface="Aptos Display"/>
              </a:rPr>
              <a:t>REVEAL</a:t>
            </a:r>
            <a:br/>
            <a:br/>
            <a:r>
              <a:rPr sz="1200" b="1">
                <a:solidFill>
                  <a:srgbClr val="111111"/>
                </a:solidFill>
                <a:latin typeface="Aptos Display"/>
              </a:rPr>
              <a:t>Make your development visible.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3479" y="36118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E6E73"/>
                </a:solidFill>
                <a:latin typeface="Aptos Display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84648" y="292608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200" b="1">
                <a:solidFill>
                  <a:srgbClr val="111111"/>
                </a:solidFill>
                <a:latin typeface="Aptos Display"/>
              </a:rPr>
              <a:t>REFINE</a:t>
            </a:r>
            <a:br/>
            <a:br/>
            <a:r>
              <a:rPr sz="1200" b="1">
                <a:solidFill>
                  <a:srgbClr val="111111"/>
                </a:solidFill>
                <a:latin typeface="Aptos Display"/>
              </a:rPr>
              <a:t>Improve the biggest limiting factor.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79" y="36118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E6E73"/>
                </a:solidFill>
                <a:latin typeface="Aptos Display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292608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200" b="1">
                <a:solidFill>
                  <a:srgbClr val="111111"/>
                </a:solidFill>
                <a:latin typeface="Aptos Display"/>
              </a:rPr>
              <a:t>TRACK</a:t>
            </a:r>
            <a:br/>
            <a:br/>
            <a:r>
              <a:rPr sz="1200" b="1">
                <a:solidFill>
                  <a:srgbClr val="111111"/>
                </a:solidFill>
                <a:latin typeface="Aptos Display"/>
              </a:rPr>
              <a:t>Review your progress every week.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36118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E6E73"/>
                </a:solidFill>
                <a:latin typeface="Aptos Display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56648" y="292608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200" b="1">
                <a:solidFill>
                  <a:srgbClr val="111111"/>
                </a:solidFill>
                <a:latin typeface="Aptos Display"/>
              </a:rPr>
              <a:t>REPEAT</a:t>
            </a:r>
            <a:br/>
            <a:br/>
            <a:r>
              <a:rPr sz="1200" b="1">
                <a:solidFill>
                  <a:srgbClr val="111111"/>
                </a:solidFill>
                <a:latin typeface="Aptos Display"/>
              </a:rPr>
              <a:t>Continue the feedback loop.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E6E73"/>
                </a:solidFill>
                <a:latin typeface="Aptos Display"/>
              </a:rPr>
              <a:t>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411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73"/>
                </a:solidFill>
                <a:latin typeface="Aptos Display"/>
              </a:rPr>
              <a:t>THE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0584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400" b="1" dirty="0">
                <a:solidFill>
                  <a:srgbClr val="111111"/>
                </a:solidFill>
                <a:latin typeface="Aptos Display"/>
              </a:rPr>
              <a:t>Serious about getting in Aesthetic Shape?</a:t>
            </a:r>
            <a:endParaRPr sz="3400" b="1" dirty="0">
              <a:solidFill>
                <a:srgbClr val="111111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2514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111111"/>
                </a:solidFill>
                <a:latin typeface="Aptos Display"/>
              </a:rPr>
              <a:t>BUILD </a:t>
            </a:r>
            <a:r>
              <a:rPr lang="en-IN" sz="1800" b="1" dirty="0">
                <a:solidFill>
                  <a:srgbClr val="111111"/>
                </a:solidFill>
                <a:latin typeface="Aptos Display"/>
              </a:rPr>
              <a:t>IMPRESSIVE PHYSIQUE </a:t>
            </a:r>
            <a:r>
              <a:rPr sz="1800" b="1" dirty="0">
                <a:solidFill>
                  <a:srgbClr val="111111"/>
                </a:solidFill>
                <a:latin typeface="Aptos Display"/>
              </a:rPr>
              <a:t>NATURALLY IN 100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3154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Aptos Display"/>
              </a:rPr>
              <a:t>A structured program to help you build muscle, train with a clear system,</a:t>
            </a:r>
            <a:br/>
            <a:r>
              <a:rPr sz="1400" b="0">
                <a:solidFill>
                  <a:srgbClr val="6E6E73"/>
                </a:solidFill>
                <a:latin typeface="Aptos Display"/>
              </a:rPr>
              <a:t>improve nutrition, track progress and stay consistent.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892040"/>
            <a:ext cx="10954512" cy="9144"/>
          </a:xfrm>
          <a:prstGeom prst="rect">
            <a:avLst/>
          </a:prstGeom>
          <a:solidFill>
            <a:srgbClr val="D9D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51663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E6E73"/>
                </a:solidFill>
                <a:latin typeface="Aptos Display"/>
              </a:rPr>
              <a:t>READY TO SEE IF IT'S RIGHT FOR YOU?</a:t>
            </a:r>
          </a:p>
        </p:txBody>
      </p:sp>
      <p:sp>
        <p:nvSpPr>
          <p:cNvPr id="8" name="Rounded Rectangle 7">
            <a:hlinkClick r:id="rId2"/>
          </p:cNvPr>
          <p:cNvSpPr/>
          <p:nvPr/>
        </p:nvSpPr>
        <p:spPr>
          <a:xfrm>
            <a:off x="612648" y="553212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ptos Display"/>
              </a:rPr>
              <a:t>SCHEDULE A CALL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5650992"/>
            <a:ext cx="3657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000" b="0" dirty="0">
                <a:solidFill>
                  <a:srgbClr val="6E6E73"/>
                </a:solidFill>
                <a:latin typeface="Aptos Display"/>
              </a:rPr>
              <a:t>Personalized Training and Nutrition</a:t>
            </a:r>
            <a:endParaRPr sz="1000" b="0" dirty="0">
              <a:solidFill>
                <a:srgbClr val="6E6E73"/>
              </a:solidFill>
              <a:latin typeface="Aptos Display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E6E73"/>
                </a:solidFill>
                <a:latin typeface="Aptos Display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699</Words>
  <Application>Microsoft Office PowerPoint</Application>
  <PresentationFormat>Widescreen</PresentationFormat>
  <Paragraphs>144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Nick Raghav</cp:lastModifiedBy>
  <cp:revision>2</cp:revision>
  <dcterms:created xsi:type="dcterms:W3CDTF">2013-01-27T09:14:16Z</dcterms:created>
  <dcterms:modified xsi:type="dcterms:W3CDTF">2026-08-24T13:45:31Z</dcterms:modified>
  <cp:category/>
</cp:coreProperties>
</file>